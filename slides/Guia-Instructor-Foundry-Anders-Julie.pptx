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Enmarca la sesión: esta es la capa del medio (Foundry). Fabric ya entregó los datos; Copilot Studio será la capa de interacción. Recalca que Anders y Julie son COMPLEMENTARIOS: uno ejecuta/renderiza, el otro planifica/consulta. Duración sugerida: ~15 min setup, ~25 min Anders, ~30 min Julie.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Dibuja mentalmente el sándwich de 3 capas. Hoy trabajamos la del medio. Insiste en que la Function App es el puente: Anders y Julie no hablan con SQL ni con Fabric directamente; consumen la API por su especificación OpenAPI. Mark (Fabric) obtiene datos; Bill (Copilot) orquesta; Anders/Julie razonan.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diapositiva ancla de toda la sesión. Regla mnemotécnica: ANDERS RENDERIZA (recibe datos, arma reporte, sin BD) · JULIE CONSULTA (genera y ejecuta SQL, con BD). Por eso solo Julie necesita permisos de BD, y solo Anders necesita el Activity Protocol (porque es el que Copilot invoca).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Empuja Codespaces salvo que alguien insista en local. GOTCHA #1: los scripts SON de PowerShell 7 (pwsh); en 5.1 fallan. En la terminal por defecto de Codespaces (bash) hay que invocar los .ps1 con 'pwsh ./script.ps1'. El número de tenant genera el suffix único de los recursos.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Demuestra el login primero: si el usuario elige mal la suscripción, todo el resto falla. El script es interactivo: Enter acepta defaults (eastus, rg-contoso-retail). Si preguntan por la SQL de Fabric y aún no la tienen, pueden decir 'N' y configurarla luego (solo la necesita Julie).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{suffix} son 5 caracteres derivados del número de tenant; evita colisiones entre participantes. Aparece en TODOS los nombres y lo usarán en varios pasos (appsettings, permisos SQL, publicación de Anders). Enséñales a extraerlo con el comando de la última línea o tomando el último segmento del nombre del recurso.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RBAC es la causa #1 de soporte en este punto: si no asignan Cognitive Services User a SU usuario, no pueden crear agentes. Recuérdales esperar el minuto de propagación antes de correr los labs. Menciona unlock-storage.ps1 por si alguien topa con el 503 del storage por política del tenant.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 clarísimo el límite de responsabilidad: Anders es un 'ejecutor de acciones', no un consultor de datos. En el flujo de Copilot, Mark obtiene las órdenes y Bill se las pasa a Anders; Anders solo las transforma al schema del endpoint y las renderiza. Esto explica por qué no necesita permisos de BD.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Muestra el Program.cs: la clave pedagógica es que el agente se auto-configura leyendo la spec OpenAPI — no se hardcodean endpoints. Señala el prompt de Anders con el schema estricto (orderNumber, orderLineNumber secuencial, fechas ISO, numéricos). Recomienda la carpeta ms-foundry.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3.1 aclara que SqlClient y SqlExecutor pertenecen a la Function App (los usa Julie), NO a Anders. Anders solo usa OrdersReporter. En 3.3 el error típico es un appsettings mal copiado: el endpoint del proyecto lleva /api/projects/aip-... Prueba con un caso real y muestra la URL del reporte generado.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PUNTO CRÍTICO y relativamente nuevo: Microsoft cambió el modelo de publicación de Foundry, por eso 'antes no salía'. Si no se habilita Activity, la conexión de Bill (Lab 8) falla con 400. El script hace el PATCH REST (api-version=v1, preview) sin necesidad del portal. Verificable con un GET al agente: debe listar protocols [activity, responses]. Solo Anders lo necesita, NO Julie.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Contrasta con Anders: Julie fue diseñada como orquestador que vive y decide dentro de Foundry, invocando sub-agentes por código (SDK). Nunca la llama Copilot Studio, por eso NO necesita Activity Protocol. Pero sí toca datos, por eso SÍ necesita permisos de BD (siguiente lámina).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 el flujo de punta a punta: entra un segmento ('clientes que compraron X el último mes'), sale un JSON de campaña con mensajes personalizados. El paso 3 es el que requiere permisos de BD. El paso 4 usa Bing, útil para mensajes con contexto actual (tema del Challenge 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Abre la carpeta code/agents/JulieAgent. La orquestación es de tipo 'workflow' (definida en CSDL YAML) en contraste con un agente 'prompt' simple: permite coordinar sub-agentes y tools en un flujo determinístico. Muéstralo como patrón reutilizable de multi-agente dentro de Foundry.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paso que más soporte genera en Julie. La Function App se autentica con su Managed Identity (auth 'Active Directory Default', sin secretos), así que hay que autorizar ESA identidad tanto en el workspace (Parte A) como dentro de la base con un usuario externo + db_datareader (Parte B). Si preguntan por qué solo lectura: Julie solo consulta, no escribe. Recuerda los 1–3 min de espera.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valores SQL (FabricWarehouseSqlEndpoint, FabricWarehouseDatabase) salen del connection string ADO.NET del Warehouse (guía sql-parameters.md): endpoint = Data Source sin ',1433'; database = Initial Catalog. Si alguien no desplegó Fabric, puede apuntar a un Azure SQL standalone. Cierra con los challenges si hay tiempo.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Cierra la sesión repitiendo la regla ancla. Es la pregunta que más surge: ¿por qué solo Anders necesita el script de Activity? Porque es el único que Copilot Studio invoca externamente. Julie se queda en Foundry.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Úsala como lista de verificación en vivo. Si algo falla, el 90% de las veces es: (1) suscripción equivocada en az login, (2) RBAC no asignado o sin propagar, (3) permisos de BD faltantes para Julie, (4) ejecutar el .ps1 con bash en vez de pwsh.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Taller Multi-Agéntico — Guía del Instructor</a:t>
            </a:r>
          </a:p>
        </p:txBody>
      </p:sp>
      <p:sp>
        <p:nvSpPr>
          <p:cNvPr id="3" name="Subtitle 2"/>
          <p:cNvSpPr>
            <a:spLocks noGrp="1"/>
          </p:cNvSpPr>
          <p:nvPr>
            <p:ph type="subTitle" idx="1"/>
          </p:nvPr>
        </p:nvSpPr>
        <p:spPr/>
        <p:txBody>
          <a:bodyPr/>
          <a:lstStyle/>
          <a:p>
            <a:r>
              <a:t>Setup de Microsoft Foundry · Lab 3 (Anders) · Lab 4 (Julie)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Objetivo de esta sesión</a:t>
            </a:r>
          </a:p>
        </p:txBody>
      </p:sp>
      <p:sp>
        <p:nvSpPr>
          <p:cNvPr id="3" name="Content Placeholder 2"/>
          <p:cNvSpPr>
            <a:spLocks noGrp="1"/>
          </p:cNvSpPr>
          <p:nvPr>
            <p:ph idx="1"/>
          </p:nvPr>
        </p:nvSpPr>
        <p:spPr/>
        <p:txBody>
          <a:bodyPr/>
          <a:lstStyle/>
          <a:p>
            <a:pPr/>
            <a:r>
              <a:t>Guiar a los asistentes por la capa de razonamiento del taller (Foundry).</a:t>
            </a:r>
          </a:p>
          <a:p>
            <a:pPr/>
            <a:r>
              <a:t>Desplegar la infraestructura base en la suscripción de cada participante.</a:t>
            </a:r>
          </a:p>
          <a:p>
            <a:pPr/>
            <a:r>
              <a:t>Construir y ejecutar dos agentes con roles complementarios:</a:t>
            </a:r>
          </a:p>
          <a:p>
            <a:pPr lvl="1"/>
            <a:r>
              <a:t>Anders — agente ejecutor (renderiza reportes).</a:t>
            </a:r>
          </a:p>
          <a:p>
            <a:pPr lvl="1"/>
            <a:r>
              <a:t>Julie — agente planner/orquestador (campañas de marketing).</a:t>
            </a:r>
          </a:p>
          <a:p>
            <a:pPr/>
            <a:r>
              <a:t>Dejar a Anders listo para consumirse desde Copilot Studio (Lab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Arquitectura de tres capas</a:t>
            </a:r>
          </a:p>
        </p:txBody>
      </p:sp>
      <p:sp>
        <p:nvSpPr>
          <p:cNvPr id="3" name="Content Placeholder 2"/>
          <p:cNvSpPr>
            <a:spLocks noGrp="1"/>
          </p:cNvSpPr>
          <p:nvPr>
            <p:ph idx="1"/>
          </p:nvPr>
        </p:nvSpPr>
        <p:spPr/>
        <p:txBody>
          <a:bodyPr/>
          <a:lstStyle/>
          <a:p>
            <a:pPr/>
            <a:r>
              <a:t>Copilot Studio  →  capa de interacción (Bill, Charlie, Ric).</a:t>
            </a:r>
          </a:p>
          <a:p>
            <a:pPr/>
            <a:r>
              <a:t>Microsoft Foundry  →  capa de razonamiento (Anders, Julie).  ← HOY</a:t>
            </a:r>
          </a:p>
          <a:p>
            <a:pPr/>
            <a:r>
              <a:t>Microsoft Fabric  →  capa de datos (Mark, Amy).</a:t>
            </a:r>
          </a:p>
          <a:p>
            <a:pPr/>
            <a:r>
              <a:t>Modelos GPT-5.1 desplegados en Azure AI Services.</a:t>
            </a:r>
          </a:p>
          <a:p>
            <a:pPr/>
            <a:r>
              <a:t>Punto de unión: la Function App `FxContosoRetail` expone la API vía OpenAPI.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Los dos agentes de hoy</a:t>
            </a:r>
          </a:p>
        </p:txBody>
      </p:sp>
      <p:sp>
        <p:nvSpPr>
          <p:cNvPr id="3" name="Content Placeholder 2"/>
          <p:cNvSpPr>
            <a:spLocks noGrp="1"/>
          </p:cNvSpPr>
          <p:nvPr>
            <p:ph idx="1"/>
          </p:nvPr>
        </p:nvSpPr>
        <p:spPr/>
        <p:txBody>
          <a:bodyPr/>
          <a:lstStyle/>
          <a:p>
            <a:pPr/>
            <a:r>
              <a:t>ANDERS — Executor Agent</a:t>
            </a:r>
          </a:p>
          <a:p>
            <a:pPr lvl="1"/>
            <a:r>
              <a:t>kind: "prompt" + 1 herramienta OpenAPI.</a:t>
            </a:r>
          </a:p>
          <a:p>
            <a:pPr lvl="1"/>
            <a:r>
              <a:t>Recibe datos ya listos y RENDERIZA el reporte (endpoint ordersReporter).</a:t>
            </a:r>
          </a:p>
          <a:p>
            <a:pPr lvl="1"/>
            <a:r>
              <a:t>NO consulta la base de datos.</a:t>
            </a:r>
          </a:p>
          <a:p>
            <a:pPr lvl="1"/>
            <a:r>
              <a:t>Se conecta a Copilot Studio (necesita Activity Protocol).</a:t>
            </a:r>
          </a:p>
          <a:p>
            <a:pPr/>
            <a:r>
              <a:t>JULIE — Planner Workflow</a:t>
            </a:r>
          </a:p>
          <a:p>
            <a:pPr lvl="1"/>
            <a:r>
              <a:t>kind: "workflow" + 3 herramientas (2 sub-agentes + 1 OpenAPI).</a:t>
            </a:r>
          </a:p>
          <a:p>
            <a:pPr lvl="1"/>
            <a:r>
              <a:t>CONSULTA la base (genera T-SQL y lo ejecuta vía SqlExecutor).</a:t>
            </a:r>
          </a:p>
          <a:p>
            <a:pPr lvl="1"/>
            <a:r>
              <a:t>Orquestador AUTOSUFICIENTE dentro de Foundry (no usa Copilot).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0 — Setup de Foundry</a:t>
            </a:r>
          </a:p>
        </p:txBody>
      </p:sp>
      <p:sp>
        <p:nvSpPr>
          <p:cNvPr id="3" name="Text Placeholder 2"/>
          <p:cNvSpPr>
            <a:spLocks noGrp="1"/>
          </p:cNvSpPr>
          <p:nvPr>
            <p:ph type="body" idx="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Setup — Punto de partida</a:t>
            </a:r>
          </a:p>
        </p:txBody>
      </p:sp>
      <p:sp>
        <p:nvSpPr>
          <p:cNvPr id="3" name="Content Placeholder 2"/>
          <p:cNvSpPr>
            <a:spLocks noGrp="1"/>
          </p:cNvSpPr>
          <p:nvPr>
            <p:ph idx="1"/>
          </p:nvPr>
        </p:nvSpPr>
        <p:spPr/>
        <p:txBody>
          <a:bodyPr/>
          <a:lstStyle/>
          <a:p>
            <a:pPr/>
            <a:r>
              <a:t>Recomendado: GitHub Codespaces (entorno listo en ~2 min, sin instalar nada).</a:t>
            </a:r>
          </a:p>
          <a:p>
            <a:pPr/>
            <a:r>
              <a:t>Alternativa local, prerrequisitos:</a:t>
            </a:r>
          </a:p>
          <a:p>
            <a:pPr lvl="1"/>
            <a:r>
              <a:t>Azure CLI actualizado.</a:t>
            </a:r>
          </a:p>
          <a:p>
            <a:pPr lvl="1"/>
            <a:r>
              <a:t>.NET 8 SDK.</a:t>
            </a:r>
          </a:p>
          <a:p>
            <a:pPr lvl="1"/>
            <a:r>
              <a:t>PowerShell 7+ (pwsh) — NO PowerShell 5.1.</a:t>
            </a:r>
          </a:p>
          <a:p>
            <a:pPr lvl="1"/>
            <a:r>
              <a:t>Suscripción Azure (Owner/Contributor) del tenant temporal asignado.</a:t>
            </a:r>
          </a:p>
          <a:p>
            <a:pPr/>
            <a:r>
              <a:t>Anotar el número de tenant (ej. usuario@azurehol3387.com → 3387).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Setup — Despliegue de infraestructura</a:t>
            </a:r>
          </a:p>
        </p:txBody>
      </p:sp>
      <p:sp>
        <p:nvSpPr>
          <p:cNvPr id="3" name="Content Placeholder 2"/>
          <p:cNvSpPr>
            <a:spLocks noGrp="1"/>
          </p:cNvSpPr>
          <p:nvPr>
            <p:ph idx="1"/>
          </p:nvPr>
        </p:nvSpPr>
        <p:spPr/>
        <p:txBody>
          <a:bodyPr/>
          <a:lstStyle/>
          <a:p>
            <a:pPr/>
            <a:r>
              <a:t>Automatizado con Bicep + PowerShell (sin tocar el portal).</a:t>
            </a:r>
          </a:p>
          <a:p>
            <a:pPr/>
            <a:r>
              <a:t>1) az login  →  2) az account show  →  confirmar suscripción correcta.</a:t>
            </a:r>
          </a:p>
          <a:p>
            <a:pPr/>
            <a:r>
              <a:t>3) az bicep upgrade</a:t>
            </a:r>
          </a:p>
          <a:p>
            <a:pPr/>
            <a:r>
              <a:t>4) cd labs/foundry/setup/op-flex  →  ./deploy.ps1</a:t>
            </a:r>
          </a:p>
          <a:p>
            <a:pPr/>
            <a:r>
              <a:t>El script pregunta: TenantName, Location, ResourceGroup, y (opcional) SQL de Fabric.</a:t>
            </a:r>
          </a:p>
          <a:p>
            <a:pPr/>
            <a:r>
              <a:t>En &lt; 10 min queda el ambiente completo.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Setup — Recursos creados y el suffix</a:t>
            </a:r>
          </a:p>
        </p:txBody>
      </p:sp>
      <p:sp>
        <p:nvSpPr>
          <p:cNvPr id="3" name="Content Placeholder 2"/>
          <p:cNvSpPr>
            <a:spLocks noGrp="1"/>
          </p:cNvSpPr>
          <p:nvPr>
            <p:ph idx="1"/>
          </p:nvPr>
        </p:nvSpPr>
        <p:spPr/>
        <p:txBody>
          <a:bodyPr/>
          <a:lstStyle/>
          <a:p>
            <a:pPr/>
            <a:r>
              <a:t>stcontosoretail{suffix}  — Storage de la Function App.</a:t>
            </a:r>
          </a:p>
          <a:p>
            <a:pPr/>
            <a:r>
              <a:t>asp-contosoretail-{suffix}  — App Service Plan (Flex).</a:t>
            </a:r>
          </a:p>
          <a:p>
            <a:pPr/>
            <a:r>
              <a:t>func-contosoretail-{suffix}  — Function App (API, .NET 8 isolated).</a:t>
            </a:r>
          </a:p>
          <a:p>
            <a:pPr/>
            <a:r>
              <a:t>ais-contosoretail-{suffix}  — AI Foundry Resource (GPT-5.1).</a:t>
            </a:r>
          </a:p>
          <a:p>
            <a:pPr/>
            <a:r>
              <a:t>aip-contosoretail-{suffix}  — AI Foundry Project.</a:t>
            </a:r>
          </a:p>
          <a:p>
            <a:pPr/>
            <a:r>
              <a:t>Sacar el suffix rápido:</a:t>
            </a:r>
          </a:p>
          <a:p>
            <a:pPr lvl="1"/>
            <a:r>
              <a:t>az cognitiveservices account list -g rg-contoso-retail --query "[0].name" -o tsv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Setup — RBAC y advertencias del instructor</a:t>
            </a:r>
          </a:p>
        </p:txBody>
      </p:sp>
      <p:sp>
        <p:nvSpPr>
          <p:cNvPr id="3" name="Content Placeholder 2"/>
          <p:cNvSpPr>
            <a:spLocks noGrp="1"/>
          </p:cNvSpPr>
          <p:nvPr>
            <p:ph idx="1"/>
          </p:nvPr>
        </p:nvSpPr>
        <p:spPr/>
        <p:txBody>
          <a:bodyPr/>
          <a:lstStyle/>
          <a:p>
            <a:pPr/>
            <a:r>
              <a:t>RBAC obligatorio: rol "Cognitive Services User" sobre ais-contosoretail-{suffix}.</a:t>
            </a:r>
          </a:p>
          <a:p>
            <a:pPr lvl="1"/>
            <a:r>
              <a:t>Sin él: error PermissionDenied al crear/ejecutar agentes.</a:t>
            </a:r>
          </a:p>
          <a:p>
            <a:pPr/>
            <a:r>
              <a:t>Propagación RBAC: hasta ~1 min de espera.</a:t>
            </a:r>
          </a:p>
          <a:p>
            <a:pPr/>
            <a:r>
              <a:t>Gotchas frecuentes:</a:t>
            </a:r>
          </a:p>
          <a:p>
            <a:pPr lvl="1"/>
            <a:r>
              <a:t>Ejecutar .ps1 con pwsh (en bash: 'pwsh ./script.ps1').</a:t>
            </a:r>
          </a:p>
          <a:p>
            <a:pPr lvl="1"/>
            <a:r>
              <a:t>Windows: Set-ExecutionPolicy RemoteSigned -Scope CurrentUser (una vez).</a:t>
            </a:r>
          </a:p>
          <a:p>
            <a:pPr lvl="1"/>
            <a:r>
              <a:t>Storage bloqueado por política (error 503) → ver unlock-storage.ps1.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3 — Anders (Executor Agent)</a:t>
            </a:r>
          </a:p>
        </p:txBody>
      </p:sp>
      <p:sp>
        <p:nvSpPr>
          <p:cNvPr id="3" name="Text Placeholder 2"/>
          <p:cNvSpPr>
            <a:spLocks noGrp="1"/>
          </p:cNvSpPr>
          <p:nvPr>
            <p:ph type="body" idx="1"/>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3 — Concepto de Anders</a:t>
            </a:r>
          </a:p>
        </p:txBody>
      </p:sp>
      <p:sp>
        <p:nvSpPr>
          <p:cNvPr id="3" name="Content Placeholder 2"/>
          <p:cNvSpPr>
            <a:spLocks noGrp="1"/>
          </p:cNvSpPr>
          <p:nvPr>
            <p:ph idx="1"/>
          </p:nvPr>
        </p:nvSpPr>
        <p:spPr/>
        <p:txBody>
          <a:bodyPr/>
          <a:lstStyle/>
          <a:p>
            <a:pPr/>
            <a:r>
              <a:t>Rol: recibir acciones operativas y EJECUTARLAS (renderizar reportes de órdenes).</a:t>
            </a:r>
          </a:p>
          <a:p>
            <a:pPr/>
            <a:r>
              <a:t>Herramienta: OpenAPI Tool generada desde la spec de la Function App.</a:t>
            </a:r>
          </a:p>
          <a:p>
            <a:pPr lvl="1"/>
            <a:r>
              <a:t>El agente descubre e invoca los endpoints automáticamente.</a:t>
            </a:r>
          </a:p>
          <a:p>
            <a:pPr/>
            <a:r>
              <a:t>Endpoint que usa: ordersReporter (arma y devuelve la URL del reporte).</a:t>
            </a:r>
          </a:p>
          <a:p>
            <a:pPr/>
            <a:r>
              <a:t>Anders NO toca SQL: recibe la lista de órdenes ya construida.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3 — Cómo funciona el código</a:t>
            </a:r>
          </a:p>
        </p:txBody>
      </p:sp>
      <p:sp>
        <p:nvSpPr>
          <p:cNvPr id="3" name="Content Placeholder 2"/>
          <p:cNvSpPr>
            <a:spLocks noGrp="1"/>
          </p:cNvSpPr>
          <p:nvPr>
            <p:ph idx="1"/>
          </p:nvPr>
        </p:nvSpPr>
        <p:spPr/>
        <p:txBody>
          <a:bodyPr/>
          <a:lstStyle/>
          <a:p>
            <a:pPr/>
            <a:r>
              <a:t>Fase 1: descarga la spec OpenAPI de la Function App ({base}/openapi/v3.json).</a:t>
            </a:r>
          </a:p>
          <a:p>
            <a:pPr/>
            <a:r>
              <a:t>Fase 2: crea (o reutiliza) el agente en Foundry con la OpenAPI Tool.</a:t>
            </a:r>
          </a:p>
          <a:p>
            <a:pPr lvl="1"/>
            <a:r>
              <a:t>Instrucciones: construir el JSON con el schema EXACTO de ordersReporter.</a:t>
            </a:r>
          </a:p>
          <a:p>
            <a:pPr/>
            <a:r>
              <a:t>Fase 3: chat interactivo con la Responses API.</a:t>
            </a:r>
          </a:p>
          <a:p>
            <a:pPr/>
            <a:r>
              <a:t>Dos versiones de SDK en /code: ms-foundry (recomendada) y ai-foundry.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3 — Pasos guiados</a:t>
            </a:r>
          </a:p>
        </p:txBody>
      </p:sp>
      <p:sp>
        <p:nvSpPr>
          <p:cNvPr id="3" name="Content Placeholder 2"/>
          <p:cNvSpPr>
            <a:spLocks noGrp="1"/>
          </p:cNvSpPr>
          <p:nvPr>
            <p:ph idx="1"/>
          </p:nvPr>
        </p:nvSpPr>
        <p:spPr/>
        <p:txBody>
          <a:bodyPr/>
          <a:lstStyle/>
          <a:p>
            <a:pPr/>
            <a:r>
              <a:t>3.1  Verificar soporte OpenAPI en FxContosoRetail (ya viene preconfigurado).</a:t>
            </a:r>
          </a:p>
          <a:p>
            <a:pPr lvl="1"/>
            <a:r>
              <a:t>Paquetes: OpenApi + Microsoft.Data.SqlClient · Endpoints: OrdersReporter, SqlExecutor.</a:t>
            </a:r>
          </a:p>
          <a:p>
            <a:pPr/>
            <a:r>
              <a:t>3.2  Verificar la spec OpenAPI (JSON / Swagger UI).</a:t>
            </a:r>
          </a:p>
          <a:p>
            <a:pPr/>
            <a:r>
              <a:t>3.3  Configurar appsettings.json, compilar, ejecutar y probar Anders.</a:t>
            </a:r>
          </a:p>
          <a:p>
            <a:pPr lvl="1"/>
            <a:r>
              <a:t>appsettings: FoundryProjectEndpoint, ModelDeploymentName, FunctionAppBaseUrl.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3 — Publicar Anders para Copilot Studio (Activity Protocol)</a:t>
            </a:r>
          </a:p>
        </p:txBody>
      </p:sp>
      <p:sp>
        <p:nvSpPr>
          <p:cNvPr id="3" name="Content Placeholder 2"/>
          <p:cNvSpPr>
            <a:spLocks noGrp="1"/>
          </p:cNvSpPr>
          <p:nvPr>
            <p:ph idx="1"/>
          </p:nvPr>
        </p:nvSpPr>
        <p:spPr/>
        <p:txBody>
          <a:bodyPr/>
          <a:lstStyle/>
          <a:p>
            <a:pPr/>
            <a:r>
              <a:t>Copilot Studio invoca agentes de Foundry con el Activity Protocol.</a:t>
            </a:r>
          </a:p>
          <a:p>
            <a:pPr/>
            <a:r>
              <a:t>Por defecto un agente solo expone Responses API → falla con HTTP 400.</a:t>
            </a:r>
          </a:p>
          <a:p>
            <a:pPr lvl="1"/>
            <a:r>
              <a:t>"endpoint does not support activity".</a:t>
            </a:r>
          </a:p>
          <a:p>
            <a:pPr/>
            <a:r>
              <a:t>Opción A (portal): Publish → Teams y Microsoft 365 → Direct publish → Just you.</a:t>
            </a:r>
          </a:p>
          <a:p>
            <a:pPr/>
            <a:r>
              <a:t>Opción B (sin portal, automatizada):</a:t>
            </a:r>
          </a:p>
          <a:p>
            <a:pPr lvl="1"/>
            <a:r>
              <a:t>pwsh ./setup/enable-activity-protocol.ps1 -Suffix &lt;suffix&gt;</a:t>
            </a:r>
          </a:p>
          <a:p>
            <a:pPr/>
            <a:r>
              <a:t>Habilita 'activity' conservando 'responses' + esquemas Entra y BotServiceRbac.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4 — Julie (Planner Workflow)</a:t>
            </a:r>
          </a:p>
        </p:txBody>
      </p:sp>
      <p:sp>
        <p:nvSpPr>
          <p:cNvPr id="3" name="Text Placeholder 2"/>
          <p:cNvSpPr>
            <a:spLocks noGrp="1"/>
          </p:cNvSpPr>
          <p:nvPr>
            <p:ph type="body" idx="1"/>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4 — Concepto de Julie</a:t>
            </a:r>
          </a:p>
        </p:txBody>
      </p:sp>
      <p:sp>
        <p:nvSpPr>
          <p:cNvPr id="3" name="Content Placeholder 2"/>
          <p:cNvSpPr>
            <a:spLocks noGrp="1"/>
          </p:cNvSpPr>
          <p:nvPr>
            <p:ph idx="1"/>
          </p:nvPr>
        </p:nvSpPr>
        <p:spPr/>
        <p:txBody>
          <a:bodyPr/>
          <a:lstStyle/>
          <a:p>
            <a:pPr/>
            <a:r>
              <a:t>Rol: orquestar campañas de marketing personalizadas.</a:t>
            </a:r>
          </a:p>
          <a:p>
            <a:pPr/>
            <a:r>
              <a:t>Tipo: agente workflow (orquestador AUTOSUFICIENTE, sin Copilot).</a:t>
            </a:r>
          </a:p>
          <a:p>
            <a:pPr/>
            <a:r>
              <a:t>Coordina 3 herramientas: SqlAgent, MarketingAgent y la OpenAPI (SqlExecutor).</a:t>
            </a:r>
          </a:p>
          <a:p>
            <a:pPr/>
            <a:r>
              <a:t>Julie SÍ consulta la base: genera T-SQL y lo ejecuta.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4 — El workflow de Julie (5 pasos)</a:t>
            </a:r>
          </a:p>
        </p:txBody>
      </p:sp>
      <p:sp>
        <p:nvSpPr>
          <p:cNvPr id="3" name="Content Placeholder 2"/>
          <p:cNvSpPr>
            <a:spLocks noGrp="1"/>
          </p:cNvSpPr>
          <p:nvPr>
            <p:ph idx="1"/>
          </p:nvPr>
        </p:nvSpPr>
        <p:spPr/>
        <p:txBody>
          <a:bodyPr/>
          <a:lstStyle/>
          <a:p>
            <a:pPr/>
            <a:r>
              <a:t>1) Extrae el filtro/segmento de clientes de la petición en lenguaje natural.</a:t>
            </a:r>
          </a:p>
          <a:p>
            <a:pPr/>
            <a:r>
              <a:t>2) Invoca a SqlAgent → genera el T-SQL.</a:t>
            </a:r>
          </a:p>
          <a:p>
            <a:pPr/>
            <a:r>
              <a:t>3) Ejecuta la consulta contra Fabric vía Function App (SqlExecutor / OpenAPI).</a:t>
            </a:r>
          </a:p>
          <a:p>
            <a:pPr/>
            <a:r>
              <a:t>4) Invoca a MarketingAgent (con Bing Search) → mensaje por cliente.</a:t>
            </a:r>
          </a:p>
          <a:p>
            <a:pPr/>
            <a:r>
              <a:t>5) Organiza la salida como JSON de campaña de correos.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4 — Sub-agentes de Julie</a:t>
            </a:r>
          </a:p>
        </p:txBody>
      </p:sp>
      <p:sp>
        <p:nvSpPr>
          <p:cNvPr id="3" name="Content Placeholder 2"/>
          <p:cNvSpPr>
            <a:spLocks noGrp="1"/>
          </p:cNvSpPr>
          <p:nvPr>
            <p:ph idx="1"/>
          </p:nvPr>
        </p:nvSpPr>
        <p:spPr/>
        <p:txBody>
          <a:bodyPr/>
          <a:lstStyle/>
          <a:p>
            <a:pPr/>
            <a:r>
              <a:t>SqlAgent.cs — traduce lenguaje natural a T-SQL y ejecuta vía SqlExecutor.</a:t>
            </a:r>
          </a:p>
          <a:p>
            <a:pPr/>
            <a:r>
              <a:t>MarketingAgent.cs — redacta mensajes personalizados apoyado en Bing.</a:t>
            </a:r>
          </a:p>
          <a:p>
            <a:pPr/>
            <a:r>
              <a:t>JulieAgent.cs — define a Julie como workflow (CSDL YAML) e invoca sub-agentes.</a:t>
            </a:r>
          </a:p>
          <a:p>
            <a:pPr/>
            <a:r>
              <a:t>Program.cs — carga config, crea/verifica agentes en Foundry y ejecuta el chat.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4 — Permisos de BD (obligatorio, causa #1 de fallos)</a:t>
            </a:r>
          </a:p>
        </p:txBody>
      </p:sp>
      <p:sp>
        <p:nvSpPr>
          <p:cNvPr id="3" name="Content Placeholder 2"/>
          <p:cNvSpPr>
            <a:spLocks noGrp="1"/>
          </p:cNvSpPr>
          <p:nvPr>
            <p:ph idx="1"/>
          </p:nvPr>
        </p:nvSpPr>
        <p:spPr/>
        <p:txBody>
          <a:bodyPr/>
          <a:lstStyle/>
          <a:p>
            <a:pPr/>
            <a:r>
              <a:t>El acceso a datos va: Julie → Function App (Managed Identity) → SQL de Fabric.</a:t>
            </a:r>
          </a:p>
          <a:p>
            <a:pPr/>
            <a:r>
              <a:t>Parte A — Acceso al workspace de Fabric:</a:t>
            </a:r>
          </a:p>
          <a:p>
            <a:pPr lvl="1"/>
            <a:r>
              <a:t>Manage access → Add → func-contosoretail-{suffix} → rol Contributor.</a:t>
            </a:r>
          </a:p>
          <a:p>
            <a:pPr/>
            <a:r>
              <a:t>Parte B — Usuario SQL en la base retail (New Query):</a:t>
            </a:r>
          </a:p>
          <a:p>
            <a:pPr lvl="1"/>
            <a:r>
              <a:t>CREATE USER [func-contosoretail-{suffix}] FROM EXTERNAL PROVIDER;</a:t>
            </a:r>
          </a:p>
          <a:p>
            <a:pPr lvl="1"/>
            <a:r>
              <a:t>ALTER ROLE db_datareader ADD MEMBER [func-contosoretail-{suffix}];</a:t>
            </a:r>
          </a:p>
          <a:p>
            <a:pPr/>
            <a:r>
              <a:t>Esperar 1–3 min de propagación antes de probar.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4 — Pasos guiados</a:t>
            </a:r>
          </a:p>
        </p:txBody>
      </p:sp>
      <p:sp>
        <p:nvSpPr>
          <p:cNvPr id="3" name="Content Placeholder 2"/>
          <p:cNvSpPr>
            <a:spLocks noGrp="1"/>
          </p:cNvSpPr>
          <p:nvPr>
            <p:ph idx="1"/>
          </p:nvPr>
        </p:nvSpPr>
        <p:spPr/>
        <p:txBody>
          <a:bodyPr/>
          <a:lstStyle/>
          <a:p>
            <a:pPr/>
            <a:r>
              <a:t>Paso 1: configurar appsettings.json (endpoint, modelo, base URL, SQL de Fabric).</a:t>
            </a:r>
          </a:p>
          <a:p>
            <a:pPr/>
            <a:r>
              <a:t>Paso 2: verificar que los permisos de Fabric (Partes A y B) están listos.</a:t>
            </a:r>
          </a:p>
          <a:p>
            <a:pPr/>
            <a:r>
              <a:t>Paso 3: ejecutar Julie.</a:t>
            </a:r>
          </a:p>
          <a:p>
            <a:pPr/>
            <a:r>
              <a:t>Paso 4: probar el flujo end-to-end → JSON de campaña.</a:t>
            </a:r>
          </a:p>
          <a:p>
            <a:pPr/>
            <a:r>
              <a:t>Challenges: mejorar el prompt de MarketingAgent · agente no-code con Code Interpreter.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Resumen para no confundirse</a:t>
            </a:r>
          </a:p>
        </p:txBody>
      </p:sp>
      <p:sp>
        <p:nvSpPr>
          <p:cNvPr id="3" name="Content Placeholder 2"/>
          <p:cNvSpPr>
            <a:spLocks noGrp="1"/>
          </p:cNvSpPr>
          <p:nvPr>
            <p:ph idx="1"/>
          </p:nvPr>
        </p:nvSpPr>
        <p:spPr/>
        <p:txBody>
          <a:bodyPr/>
          <a:lstStyle/>
          <a:p>
            <a:pPr/>
            <a:r>
              <a:t>ANDERS = RENDERIZA. Recibe datos, arma reporte (ordersReporter). Sin BD.</a:t>
            </a:r>
          </a:p>
          <a:p>
            <a:pPr lvl="1"/>
            <a:r>
              <a:t>Anders → sí necesita Activity Protocol (lo invoca Copilot/Bill).</a:t>
            </a:r>
          </a:p>
          <a:p>
            <a:pPr/>
            <a:r>
              <a:t>JULIE = CONSULTA. Genera y ejecuta SQL (SqlExecutor). Con BD.</a:t>
            </a:r>
          </a:p>
          <a:p>
            <a:pPr lvl="1"/>
            <a:r>
              <a:t>Julie → orquestador autosuficiente; NO necesita Activity Protocol.</a:t>
            </a:r>
          </a:p>
          <a:p>
            <a:pPr/>
            <a:r>
              <a:t>Solo los agentes de Foundry conectados en Copilot como 'agente externo' usan Activity.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 del instructor</a:t>
            </a:r>
          </a:p>
        </p:txBody>
      </p:sp>
      <p:sp>
        <p:nvSpPr>
          <p:cNvPr id="3" name="Content Placeholder 2"/>
          <p:cNvSpPr>
            <a:spLocks noGrp="1"/>
          </p:cNvSpPr>
          <p:nvPr>
            <p:ph idx="1"/>
          </p:nvPr>
        </p:nvSpPr>
        <p:spPr/>
        <p:txBody>
          <a:bodyPr/>
          <a:lstStyle/>
          <a:p>
            <a:pPr/>
            <a:r>
              <a:t>Setup: az login correcto · deploy.ps1 OK · RBAC Cognitive Services User asignado.</a:t>
            </a:r>
          </a:p>
          <a:p>
            <a:pPr/>
            <a:r>
              <a:t>Suffix identificado y a la mano.</a:t>
            </a:r>
          </a:p>
          <a:p>
            <a:pPr/>
            <a:r>
              <a:t>Anders: appsettings OK · corre y genera reporte · Activity Protocol habilitado.</a:t>
            </a:r>
          </a:p>
          <a:p>
            <a:pPr/>
            <a:r>
              <a:t>Julie: permisos Fabric (A y B) · SQL params en appsettings · flujo end-to-end OK.</a:t>
            </a:r>
          </a:p>
          <a:p>
            <a:pPr/>
            <a:r>
              <a:t>Recordatorio: ejecutar .ps1 con pwsh; esperar propagaciones RBAC/SQL.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